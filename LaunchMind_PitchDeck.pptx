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are introducing LaunchMind, the AI co-founder that helps you validate ideas before writing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Technical founders are biased toward action. They write code first and validate later, creating solutions for non-existent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LaunchMind extracts assumptions, runs live web comparisons, and hands you an actionable roadmap in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workflow guides the founder from raw ideation, to competitive defense, to a formatted execution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key differentiator. Founders get grilled by simulated partners to test their market and tech defensibility.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LaunchMind is faster, live-connected, and conversational — moving past static templates to interactive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stateless backend scales horizontally, using asynchronous parallel requests to Gemini and search to keep response times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are Swaraj and Prajakta, team Dynamic Duo, committed to helping developers build products people actually want.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Courier New"/>
              </a:defRPr>
            </a:pPr>
            <a:r>
              <a:t>// SLIDE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2D78"/>
                </a:solidFill>
                <a:latin typeface="Arial"/>
              </a:defRPr>
            </a:pPr>
            <a:r>
              <a:t>LaunchMind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C084FC"/>
                </a:solidFill>
                <a:latin typeface="Arial"/>
              </a:defRPr>
            </a:pPr>
            <a:r>
              <a:t>Curing the Builder's Blindspot. Validate before you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AI-Powered Startup Validation &amp; Interactive VC Pitch Engine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Presenter: Swaraj Kumar Behera &amp; Prajakta Kuila (Team: Dynamic Duo)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Track: Generative AI &amp; Startup Innovation Track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GitHub Repository: https://github.com/swaraj3092/LaunchMind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Courier New"/>
              </a:defRPr>
            </a:pPr>
            <a:r>
              <a:t>// SLIDE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2D78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C084FC"/>
                </a:solidFill>
                <a:latin typeface="Arial"/>
              </a:defRPr>
            </a:pPr>
            <a:r>
              <a:t>The Startup Graveyard — Building blind.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The Builder's Blindspot: spending 6 months coding before spending 6 minutes validating.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CB Insights: 'No Market Need' is the #1 cause of startup post-mortems (35%).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Founders rely on supportive friends instead of objective market feedback.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Expert startup advice and partner-level feedback is expensive and out of reach.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Courier New"/>
              </a:defRPr>
            </a:pPr>
            <a:r>
              <a:t>// SLIDE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2D78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C084FC"/>
                </a:solidFill>
                <a:latin typeface="Arial"/>
              </a:defRPr>
            </a:pPr>
            <a:r>
              <a:t>An always-on AI co-founder that stress-tests your idea.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Idea Interrogation: A personalized 5-question PM validation engine (Roast Mode 🔥).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Live Web Intel: Real-time search scraping to find active, live competitors.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Assumption Kill-Check: Surfaces the top 3 unvalidated risks that could kill the startup.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Action Roadmap: A structured 30/60/90-day plan with an actionable Day 1 checklist.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Courier New"/>
              </a:defRPr>
            </a:pPr>
            <a:r>
              <a:t>// SLIDE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2D78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C084FC"/>
                </a:solidFill>
                <a:latin typeface="Arial"/>
              </a:defRPr>
            </a:pPr>
            <a:r>
              <a:t>The 4-step validation funnel.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1. Raw Idea Input: The founder describes their vision in one simple sentence.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2. AI Interrogation: Answer 5 targeted questions (Normal or Roast Mode 🔥).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3. Plan Synthesis: AI creates roadmap, lists competitors, and calculates market size.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4. Live VC Pitch: Defend the idea in the Pitch Room and get a Venture Readiness Score.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Courier New"/>
              </a:defRPr>
            </a:pPr>
            <a:r>
              <a:t>// SLIDE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2D78"/>
                </a:solidFill>
                <a:latin typeface="Arial"/>
              </a:defRPr>
            </a:pPr>
            <a:r>
              <a:t>Key Differentiator: VC Pitch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C084FC"/>
                </a:solidFill>
                <a:latin typeface="Arial"/>
              </a:defRPr>
            </a:pPr>
            <a:r>
              <a:t>Interactive VC pitch room with real-time score tracking.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3 AI Personas: Marcus Vance (Skeptic), Elena Rostova (Growth), Dr. Aris Thorne (Deep Tech).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Real-time Scoring: Real-time scoreboard updates (+8 Strong, -4 Weak) based on user answers.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AI-driven Due Diligence: 4 rounds of sharp, semantic follow-up questions.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Partner Verdict: Full capital decision (Invest/Pass) with feedback logging.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Courier New"/>
              </a:defRPr>
            </a:pPr>
            <a:r>
              <a:t>// SLIDE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2D78"/>
                </a:solidFill>
                <a:latin typeface="Arial"/>
              </a:defRPr>
            </a:pPr>
            <a:r>
              <a:t>Market Size &amp;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C084FC"/>
                </a:solidFill>
                <a:latin typeface="Arial"/>
              </a:defRPr>
            </a:pPr>
            <a:r>
              <a:t>Validating the opportunity.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TAM/SAM/SOM Sizing: Interactive charts show Dollar Value market benchmarks.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Competitor Scraper: Real-time DuckDuckGo searches fetch competitor links &amp; descriptions.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benchmarking: Visually benchmarks your idea scores against competitor metrics.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Differentiator Map: Pre-formats differentiators against Wave, FreshBooks, and Contra.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Courier New"/>
              </a:defRPr>
            </a:pPr>
            <a:r>
              <a:t>// SLIDE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2D78"/>
                </a:solidFill>
                <a:latin typeface="Arial"/>
              </a:defRPr>
            </a:pPr>
            <a:r>
              <a:t>Tech Stack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C084FC"/>
                </a:solidFill>
                <a:latin typeface="Arial"/>
              </a:defRPr>
            </a:pPr>
            <a:r>
              <a:t>Built for speed, safety, and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Frontend: React SPA using Vite, TypeScript, TailwindCSS, and Framer Motion.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Backend: FastAPI (Python) asynchronous REST API endpoints.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AI Pipeline: Google Gemini 2.5 Flash + DuckDuckGo live search api.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Traction: Deployed on Vercel. 30/60/90 roadmap targets user accounts and voice integration.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Courier New"/>
              </a:defRPr>
            </a:pPr>
            <a:r>
              <a:t>// SLIDE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2D78"/>
                </a:solidFill>
                <a:latin typeface="Arial"/>
              </a:defRPr>
            </a:pPr>
            <a:r>
              <a:t>Business Model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C084FC"/>
                </a:solidFill>
                <a:latin typeface="Arial"/>
              </a:defRPr>
            </a:pPr>
            <a:r>
              <a:t>Team Dynamic Duo — Curing the Builder's Blindspot.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Freemium Model: 3 free validations/month, Pro plan ($19/mo) for unlimited validations.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Swaraj Kumar Behera — Fullstack Developer &amp; AI Integration Specialist.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Prajakta Kuila — Frontend Engineer &amp; Lead UI/UX Designer.</a:t>
            </a:r>
          </a:p>
          <a:p>
            <a:pPr>
              <a:spcAft>
                <a:spcPts val="1400"/>
              </a:spcAft>
              <a:defRPr sz="1600">
                <a:solidFill>
                  <a:srgbClr val="FFF0F5"/>
                </a:solidFill>
                <a:latin typeface="Arial"/>
              </a:defRPr>
            </a:pPr>
            <a:r>
              <a:t>• GitHub Repository: https://github.com/swaraj3092/LaunchMind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