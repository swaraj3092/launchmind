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introducing LaunchMind, the AI co-founder that helps you validate ideas before writing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founders are biased toward action. They write code first and validate later, creating solutions for non-existent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Wasting 6 months building something nobody wants is the single biggest risk in startup creation. We solve this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LaunchMind extracts assumptions, runs live web comparisons, and hands you an actionable roadmap in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workflow guides the founder from raw ideation, to competitive defense, to a formatted execution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key differentiator. Founders get grilled by simulated partners to test their market and tech defensibility.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LaunchMind is faster, live-connected, and conversational — moving past static templates to interactive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stateless backend scales horizontally, using asynchronous parallel requests to Gemini and search to keep response times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the core MVP ready. Next, we persist user sessions, add voice capability, and integrate historical YC 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looking to integrate with hackathons and incubators to help founders test assumptions before spending code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monetize through a premium subscription for power creators, and enterprise packages for incubators.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GTM puts LaunchMind right where developers start — hackathons, repository creation, and early application portals.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Swaraj and Prajakta, team Dynamic Duo, committed to helping developers build products people actually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LaunchMind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Curing the Builder's Blindspot. Validate before you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AI-Powered Startup Validation &amp; Interactive VC Pitch Engine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Built by: Swaraj Kumar Behera &amp; Prajakta Kuila (Team: Dynamic Duo)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For: InnovaHack Chapter 1 — Generative AI / Startup Innovation Track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Web App URL: http://localhost:5173 / GitHub: swaraj3092/LaunchMind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The Startup Graveyard — Building blind.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Echo Chambers: Founders validate ideas with supportive friends instead of market realities.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Premature Optimization: Jumping straight into code before validating customer pain points.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Consultancy Barrier: Getting expert startup advice or VC feedback is expensive and out of reach.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Resource Loss: Billions of dollars and millions of hours of builder potential wasted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The Builder's Blindspot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35% of startups fail because of 'No Market Need'.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Over 90% of tech startups fail within the first 3 years.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CB Insights flags 'No Market Need' as the #1 cause of startup post-mortems (35%).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Builders spend 6 months writing code before spending 6 minutes validating market realities.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LaunchMind exists to bridge the gap between initial ideation and actual market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An always-on AI co-founder and Silicon Valley VC.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Idea Interrogation: A personalized 5-question engine that grills the founder's assumptions.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Live Web Intel: Real-time search scraping to find active, live competitors.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Assumption Kill-Check: Surfaces the top 3 unvalidated risks that could kill the startup.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Action Roadmap: A structured 30/60/90-day plan with an actionable Day 1 checklist.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The 4-step validation funnel.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1. Raw Idea Input: The founder describes their vision in one simple sentence.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2. AI Interrogation: Answer 5 targeted questions (Normal or Roast Mode 🔥).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3. Plan Synthesis: AI creates roadmap, lists competitors, and calculates market size.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4. Live VC Pitch: Defend the idea in the Pitch Room and get a Venture Readiness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The VC Pitch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Interactive VC pitch room with real-time score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3 AI Personas: Marcus Vance (Skeptic), Elena Rostova (Growth), Dr. Aris Thorne (Deep Tech).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Real-time Scoring: Real-time scoreboard updates (e.g. +10 Strong, -5 Red Flag) after each response.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AI-driven Due Diligence: 4 rounds of sharp, semantic follow-up questions tailored to your inputs.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Final Verdict: A blunt partner-level decision (Invest/Pass) with a complete feedback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LaunchMind vs. Traditional Alternatives.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Real-Time Scraping: Unlike database tools, we run live search queries to catch active competitors.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Interactive VC: Moving past static plans to an active, conversational partner simulator.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Frictionless UX: Fast, glassmorphic React SPA designed for modern developers.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Action-Oriented: Every plan centers around a realistic, immediate Day 1 validation task.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Built for speed, safety, and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Frontend: React SPA using Vite, TypeScript, TailwindCSS, and Framer Motion animations.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Backend: FastAPI (Python) asynchronous REST API endpoints.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AI Pipeline: Google Gemini 2.5 Flash with structured JSON output templates.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Integrations: DuckDuckGo live search api wrapper for competitor mining.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Our execution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Phase 1 (Now): Core validation engine and VC Pitch Room MVP completed.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Phase 2 (Q3): User authentication, project dashboard persistence, and progress tracking.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Phase 3 (Q4): Voice-to-voice pitch capability and vector-based YC deck benchmark scanning.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Target: 10,000 active validations and partnerships with university hackathon organizers.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Partnering to scale startup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Stage: Working prototype deployed and open-source on GitHub.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Incubator Partnerships: License to university networks, venture studios, and incubators.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Hackathon Integrations: Position LaunchMind as the official pre-validation tool for hackathons.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Vision: To become the global standard for pre-seed project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Scalable SaaS monetization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Freemium Tier: 3 free startup idea validations per month for individual developers.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Pro Subscription ($19/mo): Unlimited idea tests, full VC Room access, and advanced PDF exports.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Enterprise Licensing: Dedicated validation dashboards for university hubs and accelerators.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API License: Licensing validation APIs to developer platforms and startup application portals.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Reaching builders at the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Hackathon Partnerships: Standardize LaunchMind as the pre-submission check for hackathons.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GitHub Action: Trigger a validation audit on repository creation via GitHub marketplace.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Build In Public: Drive organic traffic via viral LinkedIn and Twitter posts showing VC roasts.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Startup Hub Onboarding: Partner with incubator networks to use LaunchMind for cohort screening.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8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84FC"/>
                </a:solidFill>
                <a:latin typeface="Courier New"/>
              </a:defRPr>
            </a:pPr>
            <a:r>
              <a:t>// 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2D78"/>
                </a:solidFill>
                <a:latin typeface="Arial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084FC"/>
                </a:solidFill>
                <a:latin typeface="Arial"/>
              </a:defRPr>
            </a:pPr>
            <a:r>
              <a:t>Team Dynamic Duo — Curing the Builder's Blindspot.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Swaraj Kumar Behera — Fullstack Developer &amp; AI Integration Specialist.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Prajakta Kuila — Frontend Engineer &amp; Lead UI/UX Designer.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Our Goal: Making startup validation accessible, fast, and objective.</a:t>
            </a:r>
          </a:p>
          <a:p>
            <a:pPr>
              <a:spcAft>
                <a:spcPts val="1400"/>
              </a:spcAft>
              <a:defRPr sz="1600">
                <a:solidFill>
                  <a:srgbClr val="FFF0F5"/>
                </a:solidFill>
                <a:latin typeface="Arial"/>
              </a:defRPr>
            </a:pPr>
            <a:r>
              <a:t>• GitHub Repo: https://github.com/swaraj3092/LaunchMind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